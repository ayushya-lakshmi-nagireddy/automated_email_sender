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aleway" charset="1" panose="00000000000000000000"/>
      <p:regular r:id="rId16"/>
    </p:embeddedFont>
    <p:embeddedFont>
      <p:font typeface="Roboto" charset="1" panose="02000000000000000000"/>
      <p:regular r:id="rId17"/>
    </p:embeddedFont>
    <p:embeddedFont>
      <p:font typeface="Roboto Bold" charset="1" panose="02000000000000000000"/>
      <p:regular r:id="rId18"/>
    </p:embeddedFont>
    <p:embeddedFont>
      <p:font typeface="Raleway Light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789" y="212693"/>
            <a:ext cx="6579603" cy="9869653"/>
            <a:chOff x="0" y="0"/>
            <a:chExt cx="8772804" cy="131595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779" cy="13159487"/>
            </a:xfrm>
            <a:custGeom>
              <a:avLst/>
              <a:gdLst/>
              <a:ahLst/>
              <a:cxnLst/>
              <a:rect r="r" b="b" t="t" l="l"/>
              <a:pathLst>
                <a:path h="13159487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13159487"/>
                  </a:lnTo>
                  <a:lnTo>
                    <a:pt x="0" y="1315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3453155"/>
            <a:ext cx="9107129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Automated Email Sender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4717733"/>
            <a:ext cx="9452677" cy="216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Python-Based Email Automation System</a:t>
            </a:r>
          </a:p>
          <a:p>
            <a:pPr algn="l">
              <a:lnSpc>
                <a:spcPts val="3474"/>
              </a:lnSpc>
            </a:pP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Student:</a:t>
            </a: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Ayushya Lakshmi Nagireddy  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Department:</a:t>
            </a: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 B-Tech (CSE)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College:</a:t>
            </a: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International school of technology and sciences (ISTS)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789" y="212693"/>
            <a:ext cx="6579603" cy="9869653"/>
            <a:chOff x="0" y="0"/>
            <a:chExt cx="8772804" cy="131595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779" cy="13159487"/>
            </a:xfrm>
            <a:custGeom>
              <a:avLst/>
              <a:gdLst/>
              <a:ahLst/>
              <a:cxnLst/>
              <a:rect r="r" b="b" t="t" l="l"/>
              <a:pathLst>
                <a:path h="13159487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13159487"/>
                  </a:lnTo>
                  <a:lnTo>
                    <a:pt x="0" y="1315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362875"/>
            <a:ext cx="8008696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2627452"/>
            <a:ext cx="9452677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Automated Email Sender</a:t>
            </a: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is a Python-based system that eliminates manual effort in email communication. It automates the entire lifecycle of email delivery — from composing personalized messages to scheduling and dispatching them to single or multiple recipients.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1410" y="4843529"/>
            <a:ext cx="4593927" cy="2117541"/>
            <a:chOff x="0" y="0"/>
            <a:chExt cx="6125235" cy="2823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5210" cy="2823464"/>
            </a:xfrm>
            <a:custGeom>
              <a:avLst/>
              <a:gdLst/>
              <a:ahLst/>
              <a:cxnLst/>
              <a:rect r="r" b="b" t="t" l="l"/>
              <a:pathLst>
                <a:path h="2823464" w="612521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5965571" y="0"/>
                  </a:lnTo>
                  <a:cubicBezTo>
                    <a:pt x="6053709" y="0"/>
                    <a:pt x="6125210" y="71501"/>
                    <a:pt x="6125210" y="159639"/>
                  </a:cubicBezTo>
                  <a:lnTo>
                    <a:pt x="6125210" y="2663825"/>
                  </a:lnTo>
                  <a:cubicBezTo>
                    <a:pt x="6125210" y="2751963"/>
                    <a:pt x="6053709" y="2823464"/>
                    <a:pt x="5965571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149438" y="5122516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Compose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9438" y="5669337"/>
            <a:ext cx="3997871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Builds personalized email content dynamically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19542" y="4843529"/>
            <a:ext cx="4594079" cy="2117541"/>
            <a:chOff x="0" y="0"/>
            <a:chExt cx="6125439" cy="28233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25464" cy="2823464"/>
            </a:xfrm>
            <a:custGeom>
              <a:avLst/>
              <a:gdLst/>
              <a:ahLst/>
              <a:cxnLst/>
              <a:rect r="r" b="b" t="t" l="l"/>
              <a:pathLst>
                <a:path h="2823464" w="612546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5965825" y="0"/>
                  </a:lnTo>
                  <a:cubicBezTo>
                    <a:pt x="6053963" y="0"/>
                    <a:pt x="6125464" y="71501"/>
                    <a:pt x="6125464" y="159639"/>
                  </a:cubicBezTo>
                  <a:lnTo>
                    <a:pt x="6125464" y="2663825"/>
                  </a:lnTo>
                  <a:cubicBezTo>
                    <a:pt x="6125464" y="2751963"/>
                    <a:pt x="6053963" y="2823464"/>
                    <a:pt x="5965825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017570" y="5122516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Schedule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17570" y="5669337"/>
            <a:ext cx="3998014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Triggers delivery at predefined times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851410" y="7235276"/>
            <a:ext cx="9462211" cy="1663560"/>
            <a:chOff x="0" y="0"/>
            <a:chExt cx="12616282" cy="2218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16180" cy="2218055"/>
            </a:xfrm>
            <a:custGeom>
              <a:avLst/>
              <a:gdLst/>
              <a:ahLst/>
              <a:cxnLst/>
              <a:rect r="r" b="b" t="t" l="l"/>
              <a:pathLst>
                <a:path h="2218055" w="12616180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2456414" y="0"/>
                  </a:lnTo>
                  <a:cubicBezTo>
                    <a:pt x="12544679" y="0"/>
                    <a:pt x="12616180" y="71501"/>
                    <a:pt x="12616180" y="159766"/>
                  </a:cubicBezTo>
                  <a:lnTo>
                    <a:pt x="12616180" y="2058289"/>
                  </a:lnTo>
                  <a:cubicBezTo>
                    <a:pt x="12616180" y="2146554"/>
                    <a:pt x="12544679" y="2218055"/>
                    <a:pt x="12456414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149438" y="7514263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Deliver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9438" y="8061093"/>
            <a:ext cx="8866146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Sends to one or many recipients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841593"/>
            <a:ext cx="1159086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Problem Statement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4456586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5116906"/>
            <a:ext cx="7811795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Sending bulk or recurring emails manually is </a:t>
            </a: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slow, repetitive, and error-prone</a:t>
            </a: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Human involvement introduces delays, missed recipients, and inconsistent formatting — especially at scale.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06588" y="4456586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06588" y="5116906"/>
            <a:ext cx="7811795" cy="219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 email delivery end-to-end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Support file attachments per recipient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Manage multiple recipients via CSV input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Schedule batch sends at set times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10263"/>
            <a:ext cx="8008696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Tools &amp; Technologies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516781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system is built entirely in Python, leveraging standard and third-party libraries for a robust, secure email pipeline.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3370917"/>
            <a:ext cx="16325393" cy="5780532"/>
            <a:chOff x="0" y="0"/>
            <a:chExt cx="21767190" cy="7707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7166" cy="7707376"/>
            </a:xfrm>
            <a:custGeom>
              <a:avLst/>
              <a:gdLst/>
              <a:ahLst/>
              <a:cxnLst/>
              <a:rect r="r" b="b" t="t" l="l"/>
              <a:pathLst>
                <a:path h="7707376" w="21767166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21608035" y="0"/>
                  </a:lnTo>
                  <a:cubicBezTo>
                    <a:pt x="21695919" y="0"/>
                    <a:pt x="21767166" y="71247"/>
                    <a:pt x="21767166" y="159131"/>
                  </a:cubicBezTo>
                  <a:lnTo>
                    <a:pt x="21767166" y="7548245"/>
                  </a:lnTo>
                  <a:cubicBezTo>
                    <a:pt x="21767166" y="7636128"/>
                    <a:pt x="21695919" y="7707376"/>
                    <a:pt x="21608035" y="7707376"/>
                  </a:cubicBezTo>
                  <a:lnTo>
                    <a:pt x="159131" y="7707376"/>
                  </a:lnTo>
                  <a:cubicBezTo>
                    <a:pt x="71247" y="7707376"/>
                    <a:pt x="0" y="7636129"/>
                    <a:pt x="0" y="754824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9" r="0" b="-5029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6399" y="3479263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Python 3.10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80144" y="3479263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Core programming language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6399" y="4302328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smtplib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80144" y="4302328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SMTP connection and email transmission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6399" y="5125393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email.mime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80144" y="5125393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Composing structured email messages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6399" y="5948467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schedule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80144" y="5948467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Triggering batch sends at set times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399" y="6771532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csv module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80144" y="6771532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Reading recipient data from CSV files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399" y="7594597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logging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80144" y="7594597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Recording delivery results and errors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6399" y="8417662"/>
            <a:ext cx="523184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SSL / TLS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80144" y="8417662"/>
            <a:ext cx="1175053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Secure encrypted SMTP connection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2744"/>
            <a:ext cx="7676255" cy="87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System Modules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85880"/>
            <a:ext cx="17230954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Six focused modules handle every stage of the automation pipeline.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2874626"/>
            <a:ext cx="540801" cy="540820"/>
          </a:xfrm>
          <a:custGeom>
            <a:avLst/>
            <a:gdLst/>
            <a:ahLst/>
            <a:cxnLst/>
            <a:rect r="r" b="b" t="t" l="l"/>
            <a:pathLst>
              <a:path h="540820" w="540801">
                <a:moveTo>
                  <a:pt x="0" y="0"/>
                </a:moveTo>
                <a:lnTo>
                  <a:pt x="540801" y="0"/>
                </a:lnTo>
                <a:lnTo>
                  <a:pt x="540801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991" y="3718560"/>
            <a:ext cx="3380508" cy="4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ConfigLoader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238577"/>
            <a:ext cx="7996780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Loads SMTP credentials and server settings securely.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11926" y="2874626"/>
            <a:ext cx="540801" cy="540820"/>
          </a:xfrm>
          <a:custGeom>
            <a:avLst/>
            <a:gdLst/>
            <a:ahLst/>
            <a:cxnLst/>
            <a:rect r="r" b="b" t="t" l="l"/>
            <a:pathLst>
              <a:path h="540820" w="540801">
                <a:moveTo>
                  <a:pt x="0" y="0"/>
                </a:moveTo>
                <a:lnTo>
                  <a:pt x="540801" y="0"/>
                </a:lnTo>
                <a:lnTo>
                  <a:pt x="540801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791" t="0" r="-1579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11926" y="3718560"/>
            <a:ext cx="3380508" cy="4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RecipientManager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11926" y="4238577"/>
            <a:ext cx="7996923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Reads and validates recipient data from CSV files.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5252828"/>
            <a:ext cx="540801" cy="540820"/>
          </a:xfrm>
          <a:custGeom>
            <a:avLst/>
            <a:gdLst/>
            <a:ahLst/>
            <a:cxnLst/>
            <a:rect r="r" b="b" t="t" l="l"/>
            <a:pathLst>
              <a:path h="540820" w="540801">
                <a:moveTo>
                  <a:pt x="0" y="0"/>
                </a:moveTo>
                <a:lnTo>
                  <a:pt x="540801" y="0"/>
                </a:lnTo>
                <a:lnTo>
                  <a:pt x="540801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991" y="6096762"/>
            <a:ext cx="3380508" cy="4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EmailComposer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6616770"/>
            <a:ext cx="7996780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Builds personalized subject lines and email body text.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11926" y="5252828"/>
            <a:ext cx="540801" cy="540820"/>
          </a:xfrm>
          <a:custGeom>
            <a:avLst/>
            <a:gdLst/>
            <a:ahLst/>
            <a:cxnLst/>
            <a:rect r="r" b="b" t="t" l="l"/>
            <a:pathLst>
              <a:path h="540820" w="540801">
                <a:moveTo>
                  <a:pt x="0" y="0"/>
                </a:moveTo>
                <a:lnTo>
                  <a:pt x="540801" y="0"/>
                </a:lnTo>
                <a:lnTo>
                  <a:pt x="540801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385" r="0" b="-438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11926" y="6096762"/>
            <a:ext cx="3380508" cy="4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AttachmentHandler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11926" y="6616770"/>
            <a:ext cx="7996923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Encodes and attaches files to outgoing messages.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991" y="7631020"/>
            <a:ext cx="540801" cy="540820"/>
          </a:xfrm>
          <a:custGeom>
            <a:avLst/>
            <a:gdLst/>
            <a:ahLst/>
            <a:cxnLst/>
            <a:rect r="r" b="b" t="t" l="l"/>
            <a:pathLst>
              <a:path h="540820" w="540801">
                <a:moveTo>
                  <a:pt x="0" y="0"/>
                </a:moveTo>
                <a:lnTo>
                  <a:pt x="540801" y="0"/>
                </a:lnTo>
                <a:lnTo>
                  <a:pt x="540801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0525" r="0" b="-10523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92991" y="8474954"/>
            <a:ext cx="3380508" cy="4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SMTPConnection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991" y="8994962"/>
            <a:ext cx="7996780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Handles secure login and transmits emails via SMTP.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311926" y="7631020"/>
            <a:ext cx="540801" cy="540820"/>
          </a:xfrm>
          <a:custGeom>
            <a:avLst/>
            <a:gdLst/>
            <a:ahLst/>
            <a:cxnLst/>
            <a:rect r="r" b="b" t="t" l="l"/>
            <a:pathLst>
              <a:path h="540820" w="540801">
                <a:moveTo>
                  <a:pt x="0" y="0"/>
                </a:moveTo>
                <a:lnTo>
                  <a:pt x="540801" y="0"/>
                </a:lnTo>
                <a:lnTo>
                  <a:pt x="540801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78" t="0" r="-878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11926" y="8474954"/>
            <a:ext cx="3380508" cy="44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Scheduler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11926" y="8994962"/>
            <a:ext cx="7996923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Triggers batch sends automatically at configured times.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684439"/>
            <a:ext cx="8008696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090967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step-by-step procedure drives every automated email batch.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949856"/>
            <a:ext cx="567461" cy="354635"/>
            <a:chOff x="0" y="0"/>
            <a:chExt cx="756615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6619" cy="472849"/>
            </a:xfrm>
            <a:custGeom>
              <a:avLst/>
              <a:gdLst/>
              <a:ahLst/>
              <a:cxnLst/>
              <a:rect r="r" b="b" t="t" l="l"/>
              <a:pathLst>
                <a:path h="472849" w="75661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t="0" r="-301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56615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991" y="4394006"/>
            <a:ext cx="8015992" cy="38129"/>
            <a:chOff x="0" y="0"/>
            <a:chExt cx="10687990" cy="50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87939" cy="50800"/>
            </a:xfrm>
            <a:custGeom>
              <a:avLst/>
              <a:gdLst/>
              <a:ahLst/>
              <a:cxnLst/>
              <a:rect r="r" b="b" t="t" l="l"/>
              <a:pathLst>
                <a:path h="50800" w="10687939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4593012"/>
            <a:ext cx="3720694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Initialize &amp; Load Config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5139842"/>
            <a:ext cx="8015992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Start the system and load SMTP settings securely.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92714" y="3949856"/>
            <a:ext cx="567461" cy="354635"/>
            <a:chOff x="0" y="0"/>
            <a:chExt cx="756615" cy="4728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6619" cy="472849"/>
            </a:xfrm>
            <a:custGeom>
              <a:avLst/>
              <a:gdLst/>
              <a:ahLst/>
              <a:cxnLst/>
              <a:rect r="r" b="b" t="t" l="l"/>
              <a:pathLst>
                <a:path h="472849" w="75661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t="0" r="-301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56615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2714" y="4394006"/>
            <a:ext cx="8016145" cy="38129"/>
            <a:chOff x="0" y="0"/>
            <a:chExt cx="10688193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8193" cy="50800"/>
            </a:xfrm>
            <a:custGeom>
              <a:avLst/>
              <a:gdLst/>
              <a:ahLst/>
              <a:cxnLst/>
              <a:rect r="r" b="b" t="t" l="l"/>
              <a:pathLst>
                <a:path h="50800" w="10688193">
                  <a:moveTo>
                    <a:pt x="0" y="0"/>
                  </a:moveTo>
                  <a:lnTo>
                    <a:pt x="10688193" y="0"/>
                  </a:lnTo>
                  <a:lnTo>
                    <a:pt x="1068819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292714" y="4593012"/>
            <a:ext cx="575074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Read Recipients &amp; Check Schedule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2714" y="5139842"/>
            <a:ext cx="801614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Parse the CSV file and verify the schedule trigger.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991" y="6175981"/>
            <a:ext cx="567461" cy="354635"/>
            <a:chOff x="0" y="0"/>
            <a:chExt cx="756615" cy="472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6619" cy="472849"/>
            </a:xfrm>
            <a:custGeom>
              <a:avLst/>
              <a:gdLst/>
              <a:ahLst/>
              <a:cxnLst/>
              <a:rect r="r" b="b" t="t" l="l"/>
              <a:pathLst>
                <a:path h="472849" w="75661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t="0" r="-301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56615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2991" y="6620132"/>
            <a:ext cx="8015992" cy="38129"/>
            <a:chOff x="0" y="0"/>
            <a:chExt cx="10687990" cy="508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87939" cy="50800"/>
            </a:xfrm>
            <a:custGeom>
              <a:avLst/>
              <a:gdLst/>
              <a:ahLst/>
              <a:cxnLst/>
              <a:rect r="r" b="b" t="t" l="l"/>
              <a:pathLst>
                <a:path h="50800" w="10687939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2991" y="6819138"/>
            <a:ext cx="3817058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Process Each Recipient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991" y="7365968"/>
            <a:ext cx="8015992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Compose the email, attach files if available, and connect to SMTP securely.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92714" y="6175981"/>
            <a:ext cx="567461" cy="354635"/>
            <a:chOff x="0" y="0"/>
            <a:chExt cx="756615" cy="4728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619" cy="472849"/>
            </a:xfrm>
            <a:custGeom>
              <a:avLst/>
              <a:gdLst/>
              <a:ahLst/>
              <a:cxnLst/>
              <a:rect r="r" b="b" t="t" l="l"/>
              <a:pathLst>
                <a:path h="472849" w="75661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t="0" r="-301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756615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92714" y="6620132"/>
            <a:ext cx="8016145" cy="38129"/>
            <a:chOff x="0" y="0"/>
            <a:chExt cx="10688193" cy="508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8193" cy="50800"/>
            </a:xfrm>
            <a:custGeom>
              <a:avLst/>
              <a:gdLst/>
              <a:ahLst/>
              <a:cxnLst/>
              <a:rect r="r" b="b" t="t" l="l"/>
              <a:pathLst>
                <a:path h="50800" w="10688193">
                  <a:moveTo>
                    <a:pt x="0" y="0"/>
                  </a:moveTo>
                  <a:lnTo>
                    <a:pt x="10688193" y="0"/>
                  </a:lnTo>
                  <a:lnTo>
                    <a:pt x="1068819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92714" y="6819138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Send, Log &amp; Wait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92714" y="7365968"/>
            <a:ext cx="8016145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Dispatch the email, record the result, then wait for the next trigger.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9199"/>
            <a:ext cx="855843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7388" y="1934042"/>
            <a:ext cx="8211703" cy="7503081"/>
            <a:chOff x="0" y="0"/>
            <a:chExt cx="10948937" cy="100041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48924" cy="10004044"/>
            </a:xfrm>
            <a:custGeom>
              <a:avLst/>
              <a:gdLst/>
              <a:ahLst/>
              <a:cxnLst/>
              <a:rect r="r" b="b" t="t" l="l"/>
              <a:pathLst>
                <a:path h="10004044" w="10948924">
                  <a:moveTo>
                    <a:pt x="0" y="234061"/>
                  </a:moveTo>
                  <a:cubicBezTo>
                    <a:pt x="0" y="104775"/>
                    <a:pt x="104775" y="0"/>
                    <a:pt x="234061" y="0"/>
                  </a:cubicBezTo>
                  <a:lnTo>
                    <a:pt x="10714863" y="0"/>
                  </a:lnTo>
                  <a:cubicBezTo>
                    <a:pt x="10844149" y="0"/>
                    <a:pt x="10948924" y="104775"/>
                    <a:pt x="10948924" y="234061"/>
                  </a:cubicBezTo>
                  <a:lnTo>
                    <a:pt x="10948924" y="9769983"/>
                  </a:lnTo>
                  <a:cubicBezTo>
                    <a:pt x="10948924" y="9899269"/>
                    <a:pt x="10844149" y="10004044"/>
                    <a:pt x="10714863" y="10004044"/>
                  </a:cubicBezTo>
                  <a:lnTo>
                    <a:pt x="234061" y="10004044"/>
                  </a:lnTo>
                  <a:cubicBezTo>
                    <a:pt x="104775" y="10004044"/>
                    <a:pt x="0" y="9899269"/>
                    <a:pt x="0" y="9769983"/>
                  </a:cubicBezTo>
                  <a:close/>
                </a:path>
              </a:pathLst>
            </a:custGeom>
            <a:solidFill>
              <a:srgbClr val="1B1B27">
                <a:alpha val="90196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61199" y="2114883"/>
            <a:ext cx="39631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199" y="2676725"/>
            <a:ext cx="7724070" cy="150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Automated Email Sender successfully demonstrates that Python can power a </a:t>
            </a:r>
            <a:r>
              <a:rPr lang="en-US" sz="187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reliable, scalable email automation system</a:t>
            </a: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with scheduling, attachment support, and comprehensive logging — all without manual intervention.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7887" y="2114883"/>
            <a:ext cx="401946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Enhancements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549336" y="2767765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5" t="0" r="-769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50253" y="2731513"/>
            <a:ext cx="39680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GUI for Non-Technical Users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50253" y="3293354"/>
            <a:ext cx="7068131" cy="4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Desktop interface for easy configuration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549336" y="4139841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5" t="0" r="-769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50253" y="4103589"/>
            <a:ext cx="331184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HTML Email Formatting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0253" y="4665431"/>
            <a:ext cx="7068131" cy="4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Rich text and branded templates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549336" y="5511917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6"/>
                </a:lnTo>
                <a:lnTo>
                  <a:pt x="0" y="365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5" t="0" r="-769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50253" y="5475665"/>
            <a:ext cx="30480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50253" y="6037507"/>
            <a:ext cx="7068131" cy="4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Replace CSV with SQLite or MySQL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549336" y="6883994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5" t="0" r="-7692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50253" y="6847742"/>
            <a:ext cx="30480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SMS Failure Alerts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50253" y="7409583"/>
            <a:ext cx="7068131" cy="4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Notify admins on delivery errors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549336" y="8256070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5" t="0" r="-7692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50253" y="8219818"/>
            <a:ext cx="30480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Multi-SMTP Support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50253" y="8781659"/>
            <a:ext cx="7068131" cy="4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Switch between Gmail, Outlook, and custom servers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DAHOKLUcfyQ</dc:identifier>
  <dcterms:modified xsi:type="dcterms:W3CDTF">2011-08-01T06:04:30Z</dcterms:modified>
  <cp:revision>1</cp:revision>
  <dc:title>Automated_Email_Sender_ PPT.pptx</dc:title>
</cp:coreProperties>
</file>